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23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B3A85E-8127-1897-BBA6-DDFE52C79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EFE9E7-1F84-B3C1-D7D2-4434280893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1D0B22-E81F-5E74-1E6B-C938E210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29F01D-4166-BA6B-15DF-D69D3F89C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B81B2D-E161-865D-9ABF-E7F723025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565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F3EA6-58DC-8AFE-3864-2EBB2B31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3477B7-F020-8E12-4B25-E822E3258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85A588-71E7-4E86-B31F-1D1B4CC6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8292C-24F6-D031-9672-3D74A24E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416FE1-6AF4-F9BA-5BAD-D9B74878F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54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B44C7D-CADD-4895-0E1F-E8E092E3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8B569-70CB-1C5F-D953-2137AF8C15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07082C-9F27-EC9E-07C4-0E89194BB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FD73C3-8D96-5D53-E18E-1C0708EC6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CE6412-293A-9592-6CD9-6C3DAE9A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862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AF7B0-040D-25D0-14CB-C3E573B74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EA055-A6D5-DEEF-FC9A-E248D77F4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709BF3-C1EC-4211-98D8-8E06B1E68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67051A-439B-52CA-40B5-BD420EA3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2780F3-E28C-2DD4-67F7-C1ABE297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B32175B-23FD-8BB3-27E8-5D6EDF72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290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36663-9365-CB48-C5E1-82FAC84C9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46811E-32A1-AAE1-3ED0-84B335A33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6E945E-6DC2-F3FB-8B83-D314A5475D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5EABF43-2C37-4CBB-C604-D86A55EA5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2243797-755F-6E27-FCD8-962D963AA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A2DD85E-D1EA-42B2-BC4D-4236EDFFB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981C73-AC96-1471-CFF5-589CABA5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39F55F-C03F-1A49-6AB5-68E3F6E80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475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CA8D4-17B0-0D5B-8842-62CB4E25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A319C8-F8A4-ED2A-6AA7-6224A94AE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8E88623-46AA-3583-854F-6780EFAF1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FB1778-5EDD-778F-9153-E2612728B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355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3EBE64-8D72-037C-EFA6-6F501A782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9BA9735-745C-08D3-9525-D487C79F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733C10-F43D-160F-BFDB-E691510A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294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D3325-91E4-9808-B369-1F79E4778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D9C565-5FAA-1006-1EA8-7864B90A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BDCBCC-2DDF-4BC6-33D7-3A4779246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71A2D9-A698-8D81-3F9C-947AEB866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BF5594-C7FF-4FFF-6CB8-8A31657E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5A048F-FFF1-1848-B71A-44361ACE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28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02419-CAB2-CED7-4629-BF33582C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4998D1F-94CC-90F1-6B79-DC04E1FF4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E1E097-2D18-5FEF-3734-11658C974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E2EC69-E25F-527E-7197-5C0DF7E3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18A95D-6C9C-C110-D128-A7EDA596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1464F8-2565-8F3F-FA61-8DBCC850C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99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A786BF-6D32-5CA3-4218-5F8109049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451FF5-CF02-D6C2-646F-513100030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F2B1F6-8F18-EDC1-BD14-A041B2982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7C8246-2F29-0C8E-7894-B3F0C5FA5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5140E-97FD-AA2B-67CD-F3659301F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938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CEF5B82-D83B-0457-529F-F6658535F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119F94-6459-5AF0-84B8-273666276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6EE6FF-E80A-8CBD-4796-2C5AD2A49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DEFB1-1CCC-6A75-EB3B-E245ED22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656F16-74DD-C19C-A7A5-AD58ECFB3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51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25D219E-2B64-6944-3C55-E70DCC925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001E72-6C5F-DCD5-0EEB-2EDD5C362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6C9C19-FA64-DF21-74DA-DAC3B606F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1EC50-D9D9-4E38-915B-B925165D12F3}" type="datetimeFigureOut">
              <a:rPr lang="zh-CN" altLang="en-US" smtClean="0"/>
              <a:t>2023/12/11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AB31CC-2638-713E-97EA-1EE400C97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78518-9B0B-8D0D-B6FE-6E15CD6E6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2C056-9EB9-40FA-81A7-F36029E1E0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088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D0B165-5C57-055D-5922-E8FF1C81E1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12/11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1AAA4CF-9A14-D71B-304B-4011333F3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9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91AB4-1AB1-19A5-C292-1B4964C8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ViT</a:t>
            </a:r>
            <a:r>
              <a:rPr lang="en-US" altLang="zh-CN" dirty="0"/>
              <a:t> small demo	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4DE1CE-6165-139E-ADBC-825D1E43A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With freezing layer: </a:t>
            </a:r>
          </a:p>
          <a:p>
            <a:r>
              <a:rPr lang="en-US" altLang="zh-CN" dirty="0"/>
              <a:t>Training accuracy: 68.7%, Loss: 0.075</a:t>
            </a:r>
          </a:p>
          <a:p>
            <a:r>
              <a:rPr lang="en-US" altLang="zh-CN" dirty="0"/>
              <a:t>Testing accuracy: 67.0056%, Loss: 0.60904349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Without freezing layer:</a:t>
            </a:r>
          </a:p>
          <a:p>
            <a:r>
              <a:rPr lang="en-US" altLang="zh-CN" dirty="0"/>
              <a:t>Training accuracy: 88.5 %, Loss: 0.029 </a:t>
            </a:r>
          </a:p>
          <a:p>
            <a:r>
              <a:rPr lang="en-US" altLang="zh-CN" dirty="0"/>
              <a:t>Testing accuracy: 77.8531%, Loss: 0.72010663</a:t>
            </a:r>
          </a:p>
        </p:txBody>
      </p:sp>
    </p:spTree>
    <p:extLst>
      <p:ext uri="{BB962C8B-B14F-4D97-AF65-F5344CB8AC3E}">
        <p14:creationId xmlns:p14="http://schemas.microsoft.com/office/powerpoint/2010/main" val="3620233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45</Words>
  <Application>Microsoft Office PowerPoint</Application>
  <PresentationFormat>宽屏</PresentationFormat>
  <Paragraphs>10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12/11</vt:lpstr>
      <vt:lpstr>ViT small demo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12/11</dc:title>
  <dc:creator>欣洲 李</dc:creator>
  <cp:lastModifiedBy>欣洲 李</cp:lastModifiedBy>
  <cp:revision>1</cp:revision>
  <dcterms:created xsi:type="dcterms:W3CDTF">2023-12-11T08:09:32Z</dcterms:created>
  <dcterms:modified xsi:type="dcterms:W3CDTF">2023-12-11T08:33:33Z</dcterms:modified>
</cp:coreProperties>
</file>